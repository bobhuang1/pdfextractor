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svg" ContentType="image/svg+xml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diagram.svg"/><Relationship Id="rId3" Type="http://schemas.openxmlformats.org/officeDocument/2006/relationships/image" Target="../media/fill1.png"/><Relationship Id="rId4" Type="http://schemas.openxmlformats.org/officeDocument/2006/relationships/image" Target="../media/fill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filled shapes.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828800" cy="1097280"/>
          </a:xfrm>
          <a:prstGeom prst="round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Inside the fill.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62000" cy="4572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filled shapes.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