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bmp"/><Relationship Id="rId3" Type="http://schemas.openxmlformats.org/officeDocument/2006/relationships/image" Target="../media/image2.tif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pictures.</a:t>
            </a:r>
          </a:p>
        </p:txBody>
      </p:sp>
      <p:pic>
        <p:nvPicPr>
          <p:cNvPr id="3" name="Picture 2" descr="chart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371600" cy="822960"/>
          </a:xfrm>
          <a:prstGeom prst="rect">
            <a:avLst/>
          </a:prstGeom>
        </p:spPr>
      </p:pic>
      <p:pic>
        <p:nvPicPr>
          <p:cNvPr id="4" name="Picture 3" descr="chart.tif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914400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92608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