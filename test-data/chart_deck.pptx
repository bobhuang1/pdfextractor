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Units by run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Measured</c:v>
                </c:pt>
                <c:pt idx="1">
                  <c:v>Predicted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Measured</c:v>
                </c:pt>
                <c:pt idx="1">
                  <c:v>Predicted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drawing with no picture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The chart below is a drawing of its data, not an image part.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651760"/>
          <a:ext cx="768096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