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Ada Lovelace" initials="AL" lastIdx="2" clrIdx="0"/>
  <p:cmAuthor id="1" name="Grace Hopper" initials="G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CommentAuthors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10-18T09:15:12.125" idx="1">
    <p:pos x="10" y="10"/>
    <p:text>Check the regional split before the board sees it.</p:text>
  </p:cm>
  <p:cm authorId="1" dt="2026-10-18T16:05:42.750" idx="2">
    <p:pos x="10" y="10"/>
    <p:text>The millisecond is the point of this fixture.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Comments1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times of its comments carry milliseconds.</a:t>
            </a:r>
          </a:p>
          <a:p>
            <a:r>
              <a:t>A bridge must keep them, at the precision the notes write.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