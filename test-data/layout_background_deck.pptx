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webp" ContentType="image/webp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LayoutBackdrop" Type="http://schemas.openxmlformats.org/officeDocument/2006/relationships/image" Target="../media/layout_backdrop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rotWithShape="1">
          <a:blip r:embed="rIdLayoutBackdrop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MasterBackdrop" Type="http://schemas.openxmlformats.org/officeDocument/2006/relationships/image" Target="../media/master_backdrop.web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MasterBackdrop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photograph behind these words.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same photograph behind these 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 colour behind these words.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