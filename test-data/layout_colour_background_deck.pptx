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ebp" ContentType="image/webp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MasterBackdrop" Type="http://schemas.openxmlformats.org/officeDocument/2006/relationships/image" Target="../media/master_backdrop.web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Master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SlideBackdrop" Type="http://schemas.openxmlformats.org/officeDocument/2006/relationships/image" Target="../media/slide_backdrop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colour behind these words.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same colour behind these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Slide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picture behind these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