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Backdrop" Type="http://schemas.openxmlformats.org/officeDocument/2006/relationships/image" Target="../media/master_backdrop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Backdrop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 photograph behind these words.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same photograph behind these words.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 colour behind these words.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