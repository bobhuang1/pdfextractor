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mc="http://schemas.openxmlformats.org/markup-compatibility/2006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Before the picture.</a:t>
            </a:r>
          </a:p>
        </p:txBody>
      </p:sp>
      <mc:AlternateContent>
        <mc:Fallback>
          <p:pic>
            <p:nvPicPr>
              <p:cNvPr id="3" name="Picture 2" descr=".mc-fallback-orange.png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731520" y="640080"/>
                <a:ext cx="762000" cy="457200"/>
              </a:xfrm>
              <a:prstGeom prst="rect">
                <a:avLst/>
              </a:prstGeom>
            </p:spPr>
          </p:pic>
        </mc:Fallback>
      </mc:AlternateContent>
      <p:sp>
        <p:nvSpPr>
          <p:cNvPr id="4" name="TextBox 3"/>
          <p:cNvSpPr txBox="1"/>
          <p:nvPr/>
        </p:nvSpPr>
        <p:spPr>
          <a:xfrm>
            <a:off x="731520" y="146304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After the picture.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Before the group picture.</a:t>
            </a:r>
          </a:p>
        </p:txBody>
      </p:sp>
      <p:grpSp>
        <p:nvGrpSpPr>
          <p:cNvPr id="100" name="Picture group"/>
          <p:cNvGrpSpPr/>
          <p:nvPr/>
        </p:nvGrpSpPr>
        <p:grpSpPr>
          <a:xfrm>
            <a:off x="731520" y="2560320"/>
            <a:ext cx="762000" cy="457200"/>
            <a:chOff x="731520" y="2560320"/>
            <a:chExt cx="762000" cy="457200"/>
          </a:xfrm>
        </p:grpSpPr>
        <mc:AlternateContent>
          <mc:Fallback>
            <p:pic>
              <p:nvPicPr>
                <p:cNvPr id="6" name="Picture 5" descr=".mc-fallback-orange.png"/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731520" y="2560320"/>
                  <a:ext cx="762000" cy="45720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101" name="TextBox 100"/>
          <p:cNvSpPr txBox="1"/>
          <p:nvPr/>
        </p:nvSpPr>
        <p:spPr>
          <a:xfrm>
            <a:off x="731520" y="402336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After the group picture.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