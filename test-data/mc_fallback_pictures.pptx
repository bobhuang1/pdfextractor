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picture.</a:t>
            </a:r>
          </a:p>
        </p:txBody>
      </p:sp>
      <mc:AlternateContent>
        <mc:Fallback>
          <p:pic>
            <p:nvPicPr>
              <p:cNvPr id="3" name="Picture 2" descr=".mc-fallback-orange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1520" y="914400"/>
                <a:ext cx="762000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