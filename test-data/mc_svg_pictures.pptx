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diagram.svg"/><Relationship Id="rId5" Type="http://schemas.openxmlformats.org/officeDocument/2006/relationships/image" Target="../media/gone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pictures.</a:t>
            </a:r>
          </a:p>
        </p:txBody>
      </p:sp>
      <mc:AlternateContent>
        <mc:Choice Requires="p14">
          <p:pic>
            <p:nvPicPr>
              <p:cNvPr id="3" name="Picture 2" descr=".mc-svg-box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520" y="914400"/>
                <a:ext cx="508000" cy="304800"/>
              </a:xfrm>
              <a:prstGeom prst="rect">
                <a:avLst/>
              </a:prstGeom>
            </p:spPr>
          </p:pic>
        </mc:Choice>
        <mc:Fallback>
          <p:pic>
            <p:nvPicPr>
              <p:cNvPr id="3" name="Picture 2" descr=".mc-svg-box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1520" y="914400"/>
                <a:ext cx="508000" cy="304800"/>
              </a:xfrm>
              <a:prstGeom prst="rect">
                <a:avLst/>
              </a:prstGeom>
            </p:spPr>
          </p:pic>
        </mc:Fallback>
      </mc:AlternateContent>
      <mc:AlternateContent>
        <mc:Choice Requires="p14">
          <p:pic>
            <p:nvPicPr>
              <p:cNvPr id="4" name="Picture 3" descr=".mc-svg-oran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520" y="1828800"/>
                <a:ext cx="762000" cy="457200"/>
              </a:xfrm>
              <a:prstGeom prst="rect">
                <a:avLst/>
              </a:prstGeom>
            </p:spPr>
          </p:pic>
        </mc:Choice>
        <mc:Fallback>
          <p:pic>
            <p:nvPicPr>
              <p:cNvPr id="4" name="Picture 3" descr=".mc-svg-oran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1520" y="1828800"/>
                <a:ext cx="762000" cy="4572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pictures.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