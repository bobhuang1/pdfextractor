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bullet-fallback.png"/><Relationship Id="rId3" Type="http://schemas.openxmlformats.org/officeDocument/2006/relationships/image" Target="../media/bullet.svg"/><Relationship Id="rId4" Type="http://schemas.openxmlformats.org/officeDocument/2006/relationships/image" Target="../media/star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sz="2400"/>
              <a:t>Drawn bullet item</a:t>
            </a:r>
          </a:p>
          <a:p>
            <a:pPr>
              <a:buBlip>
                <a:blip r:embed="rId4"/>
              </a:buBlip>
            </a:pPr>
            <a:r>
              <a:t>Painted bullet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