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 Single Corner Rectangle 1"/>
          <p:cNvSpPr/>
          <p:nvPr/>
        </p:nvSpPr>
        <p:spPr>
          <a:xfrm>
            <a:off x="0" y="0"/>
            <a:ext cx="1143000" cy="635000"/>
          </a:xfrm>
          <a:prstGeom prst="round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 Same Side Corner Rectangle 2"/>
          <p:cNvSpPr/>
          <p:nvPr/>
        </p:nvSpPr>
        <p:spPr>
          <a:xfrm>
            <a:off x="1143000" y="0"/>
            <a:ext cx="1143000" cy="635000"/>
          </a:xfrm>
          <a:prstGeom prst="round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 Diagonal Corner Rectangle 3"/>
          <p:cNvSpPr/>
          <p:nvPr/>
        </p:nvSpPr>
        <p:spPr>
          <a:xfrm>
            <a:off x="2286000" y="0"/>
            <a:ext cx="1143000" cy="635000"/>
          </a:xfrm>
          <a:prstGeom prst="round2Diag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Snip Single Corner Rectangle 4"/>
          <p:cNvSpPr/>
          <p:nvPr/>
        </p:nvSpPr>
        <p:spPr>
          <a:xfrm>
            <a:off x="3429000" y="0"/>
            <a:ext cx="1143000" cy="635000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nip Same Side Corner Rectangle 5"/>
          <p:cNvSpPr/>
          <p:nvPr/>
        </p:nvSpPr>
        <p:spPr>
          <a:xfrm>
            <a:off x="4572000" y="0"/>
            <a:ext cx="1143000" cy="635000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nip Diagonal Corner Rectangle 6"/>
          <p:cNvSpPr/>
          <p:nvPr/>
        </p:nvSpPr>
        <p:spPr>
          <a:xfrm>
            <a:off x="5715000" y="0"/>
            <a:ext cx="1143000" cy="635000"/>
          </a:xfrm>
          <a:prstGeom prst="snip2Diag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nip and Round Single Corner Rectangle 7"/>
          <p:cNvSpPr/>
          <p:nvPr/>
        </p:nvSpPr>
        <p:spPr>
          <a:xfrm>
            <a:off x="6858000" y="0"/>
            <a:ext cx="1143000" cy="635000"/>
          </a:xfrm>
          <a:prstGeom prst="snip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laque 8"/>
          <p:cNvSpPr/>
          <p:nvPr/>
        </p:nvSpPr>
        <p:spPr>
          <a:xfrm>
            <a:off x="8001000" y="0"/>
            <a:ext cx="1143000" cy="635000"/>
          </a:xfrm>
          <a:prstGeom prst="plaqu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Donut 9"/>
          <p:cNvSpPr/>
          <p:nvPr/>
        </p:nvSpPr>
        <p:spPr>
          <a:xfrm>
            <a:off x="0" y="635000"/>
            <a:ext cx="1143000" cy="635000"/>
          </a:xfrm>
          <a:prstGeom prst="don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&quot;No&quot; Symbol 10"/>
          <p:cNvSpPr/>
          <p:nvPr/>
        </p:nvSpPr>
        <p:spPr>
          <a:xfrm>
            <a:off x="1143000" y="635000"/>
            <a:ext cx="1143000" cy="635000"/>
          </a:xfrm>
          <a:prstGeom prst="noSmoking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rame 11"/>
          <p:cNvSpPr/>
          <p:nvPr/>
        </p:nvSpPr>
        <p:spPr>
          <a:xfrm>
            <a:off x="2286000" y="635000"/>
            <a:ext cx="1143000" cy="635000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Half Frame 12"/>
          <p:cNvSpPr/>
          <p:nvPr/>
        </p:nvSpPr>
        <p:spPr>
          <a:xfrm>
            <a:off x="3429000" y="635000"/>
            <a:ext cx="1143000" cy="635000"/>
          </a:xfrm>
          <a:prstGeom prst="half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Corner 13"/>
          <p:cNvSpPr/>
          <p:nvPr/>
        </p:nvSpPr>
        <p:spPr>
          <a:xfrm>
            <a:off x="4572000" y="635000"/>
            <a:ext cx="1143000" cy="635000"/>
          </a:xfrm>
          <a:prstGeom prst="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iagonal Stripe 14"/>
          <p:cNvSpPr/>
          <p:nvPr/>
        </p:nvSpPr>
        <p:spPr>
          <a:xfrm>
            <a:off x="5715000" y="635000"/>
            <a:ext cx="1143000" cy="635000"/>
          </a:xfrm>
          <a:prstGeom prst="diagStrip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Minus 15"/>
          <p:cNvSpPr/>
          <p:nvPr/>
        </p:nvSpPr>
        <p:spPr>
          <a:xfrm>
            <a:off x="6858000" y="635000"/>
            <a:ext cx="1143000" cy="635000"/>
          </a:xfrm>
          <a:prstGeom prst="mathMin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Equal 16"/>
          <p:cNvSpPr/>
          <p:nvPr/>
        </p:nvSpPr>
        <p:spPr>
          <a:xfrm>
            <a:off x="8001000" y="635000"/>
            <a:ext cx="1143000" cy="635000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Not Equal 17"/>
          <p:cNvSpPr/>
          <p:nvPr/>
        </p:nvSpPr>
        <p:spPr>
          <a:xfrm>
            <a:off x="0" y="1270000"/>
            <a:ext cx="1143000" cy="635000"/>
          </a:xfrm>
          <a:prstGeom prst="mathNot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vision 18"/>
          <p:cNvSpPr/>
          <p:nvPr/>
        </p:nvSpPr>
        <p:spPr>
          <a:xfrm>
            <a:off x="1143000" y="1270000"/>
            <a:ext cx="1143000" cy="635000"/>
          </a:xfrm>
          <a:prstGeom prst="mathDivid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Multiply 19"/>
          <p:cNvSpPr/>
          <p:nvPr/>
        </p:nvSpPr>
        <p:spPr>
          <a:xfrm>
            <a:off x="2286000" y="1270000"/>
            <a:ext cx="1143000" cy="635000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eft Bracket 20"/>
          <p:cNvSpPr/>
          <p:nvPr/>
        </p:nvSpPr>
        <p:spPr>
          <a:xfrm>
            <a:off x="3429000" y="1270000"/>
            <a:ext cx="1143000" cy="635000"/>
          </a:xfrm>
          <a:prstGeom prst="leftBracke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ight Bracket 21"/>
          <p:cNvSpPr/>
          <p:nvPr/>
        </p:nvSpPr>
        <p:spPr>
          <a:xfrm>
            <a:off x="4572000" y="1270000"/>
            <a:ext cx="1143000" cy="635000"/>
          </a:xfrm>
          <a:prstGeom prst="rightBracke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Left Brace 22"/>
          <p:cNvSpPr/>
          <p:nvPr/>
        </p:nvSpPr>
        <p:spPr>
          <a:xfrm>
            <a:off x="5715000" y="1270000"/>
            <a:ext cx="1143000" cy="635000"/>
          </a:xfrm>
          <a:prstGeom prst="leftBr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ight Brace 23"/>
          <p:cNvSpPr/>
          <p:nvPr/>
        </p:nvSpPr>
        <p:spPr>
          <a:xfrm>
            <a:off x="6858000" y="1270000"/>
            <a:ext cx="1143000" cy="635000"/>
          </a:xfrm>
          <a:prstGeom prst="rightBr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12-Point Star 24"/>
          <p:cNvSpPr/>
          <p:nvPr/>
        </p:nvSpPr>
        <p:spPr>
          <a:xfrm>
            <a:off x="8001000" y="1270000"/>
            <a:ext cx="1143000" cy="635000"/>
          </a:xfrm>
          <a:prstGeom prst="star1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16-Point Star 25"/>
          <p:cNvSpPr/>
          <p:nvPr/>
        </p:nvSpPr>
        <p:spPr>
          <a:xfrm>
            <a:off x="0" y="1905000"/>
            <a:ext cx="1143000" cy="635000"/>
          </a:xfrm>
          <a:prstGeom prst="star16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24-Point Star 26"/>
          <p:cNvSpPr/>
          <p:nvPr/>
        </p:nvSpPr>
        <p:spPr>
          <a:xfrm>
            <a:off x="1143000" y="1905000"/>
            <a:ext cx="1143000" cy="635000"/>
          </a:xfrm>
          <a:prstGeom prst="star24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32-Point Star 27"/>
          <p:cNvSpPr/>
          <p:nvPr/>
        </p:nvSpPr>
        <p:spPr>
          <a:xfrm>
            <a:off x="2286000" y="1905000"/>
            <a:ext cx="1143000" cy="635000"/>
          </a:xfrm>
          <a:prstGeom prst="star3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Cube 28"/>
          <p:cNvSpPr/>
          <p:nvPr/>
        </p:nvSpPr>
        <p:spPr>
          <a:xfrm>
            <a:off x="3429000" y="1905000"/>
            <a:ext cx="1143000" cy="635000"/>
          </a:xfrm>
          <a:prstGeom prst="cub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Bevel 29"/>
          <p:cNvSpPr/>
          <p:nvPr/>
        </p:nvSpPr>
        <p:spPr>
          <a:xfrm>
            <a:off x="4572000" y="1905000"/>
            <a:ext cx="1143000" cy="635000"/>
          </a:xfrm>
          <a:prstGeom prst="beve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Folded Corner 30"/>
          <p:cNvSpPr/>
          <p:nvPr/>
        </p:nvSpPr>
        <p:spPr>
          <a:xfrm>
            <a:off x="5715000" y="1905000"/>
            <a:ext cx="1143000" cy="635000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Can 31"/>
          <p:cNvSpPr/>
          <p:nvPr/>
        </p:nvSpPr>
        <p:spPr>
          <a:xfrm>
            <a:off x="6858000" y="1905000"/>
            <a:ext cx="1143000" cy="635000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Magnetic Disk 32"/>
          <p:cNvSpPr/>
          <p:nvPr/>
        </p:nvSpPr>
        <p:spPr>
          <a:xfrm>
            <a:off x="8001000" y="1905000"/>
            <a:ext cx="1143000" cy="635000"/>
          </a:xfrm>
          <a:prstGeom prst="flowChartMagneticDis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Document 33"/>
          <p:cNvSpPr/>
          <p:nvPr/>
        </p:nvSpPr>
        <p:spPr>
          <a:xfrm>
            <a:off x="0" y="2540000"/>
            <a:ext cx="1143000" cy="635000"/>
          </a:xfrm>
          <a:prstGeom prst="flowChart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Punched Tape 34"/>
          <p:cNvSpPr/>
          <p:nvPr/>
        </p:nvSpPr>
        <p:spPr>
          <a:xfrm>
            <a:off x="1143000" y="2540000"/>
            <a:ext cx="1143000" cy="635000"/>
          </a:xfrm>
          <a:prstGeom prst="flowChartPunchedTap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Delay 35"/>
          <p:cNvSpPr/>
          <p:nvPr/>
        </p:nvSpPr>
        <p:spPr>
          <a:xfrm>
            <a:off x="2286000" y="2540000"/>
            <a:ext cx="1143000" cy="635000"/>
          </a:xfrm>
          <a:prstGeom prst="flowChartDela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Manual Input 36"/>
          <p:cNvSpPr/>
          <p:nvPr/>
        </p:nvSpPr>
        <p:spPr>
          <a:xfrm>
            <a:off x="3429000" y="2540000"/>
            <a:ext cx="1143000" cy="635000"/>
          </a:xfrm>
          <a:prstGeom prst="flowChartManualInp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Manual Operation 37"/>
          <p:cNvSpPr/>
          <p:nvPr/>
        </p:nvSpPr>
        <p:spPr>
          <a:xfrm>
            <a:off x="4572000" y="2540000"/>
            <a:ext cx="1143000" cy="635000"/>
          </a:xfrm>
          <a:prstGeom prst="flowChartManualOpera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Merge 38"/>
          <p:cNvSpPr/>
          <p:nvPr/>
        </p:nvSpPr>
        <p:spPr>
          <a:xfrm>
            <a:off x="5715000" y="2540000"/>
            <a:ext cx="1143000" cy="635000"/>
          </a:xfrm>
          <a:prstGeom prst="flowChartMerg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Extract 39"/>
          <p:cNvSpPr/>
          <p:nvPr/>
        </p:nvSpPr>
        <p:spPr>
          <a:xfrm>
            <a:off x="6858000" y="2540000"/>
            <a:ext cx="1143000" cy="635000"/>
          </a:xfrm>
          <a:prstGeom prst="flowChartExtra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ff-page Connector 40"/>
          <p:cNvSpPr/>
          <p:nvPr/>
        </p:nvSpPr>
        <p:spPr>
          <a:xfrm>
            <a:off x="8001000" y="2540000"/>
            <a:ext cx="1143000" cy="635000"/>
          </a:xfrm>
          <a:prstGeom prst="flowChartOffpage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Predefined Process 41"/>
          <p:cNvSpPr/>
          <p:nvPr/>
        </p:nvSpPr>
        <p:spPr>
          <a:xfrm>
            <a:off x="0" y="3175000"/>
            <a:ext cx="1143000" cy="635000"/>
          </a:xfrm>
          <a:prstGeom prst="flowChartPredefined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Internal Storage 42"/>
          <p:cNvSpPr/>
          <p:nvPr/>
        </p:nvSpPr>
        <p:spPr>
          <a:xfrm>
            <a:off x="1143000" y="3175000"/>
            <a:ext cx="1143000" cy="635000"/>
          </a:xfrm>
          <a:prstGeom prst="flowChartInternalStorag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Preparation 43"/>
          <p:cNvSpPr/>
          <p:nvPr/>
        </p:nvSpPr>
        <p:spPr>
          <a:xfrm>
            <a:off x="2286000" y="3175000"/>
            <a:ext cx="1143000" cy="635000"/>
          </a:xfrm>
          <a:prstGeom prst="flowChartPrepara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Sort 44"/>
          <p:cNvSpPr/>
          <p:nvPr/>
        </p:nvSpPr>
        <p:spPr>
          <a:xfrm>
            <a:off x="3429000" y="3175000"/>
            <a:ext cx="1143000" cy="635000"/>
          </a:xfrm>
          <a:prstGeom prst="flowChartSor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Quad Arrow 45"/>
          <p:cNvSpPr/>
          <p:nvPr/>
        </p:nvSpPr>
        <p:spPr>
          <a:xfrm>
            <a:off x="4572000" y="3175000"/>
            <a:ext cx="1143000" cy="635000"/>
          </a:xfrm>
          <a:prstGeom prst="quad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Bent Arrow 46"/>
          <p:cNvSpPr/>
          <p:nvPr/>
        </p:nvSpPr>
        <p:spPr>
          <a:xfrm>
            <a:off x="5715000" y="3175000"/>
            <a:ext cx="1143000" cy="635000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Bent-Up Arrow 47"/>
          <p:cNvSpPr/>
          <p:nvPr/>
        </p:nvSpPr>
        <p:spPr>
          <a:xfrm>
            <a:off x="6858000" y="3175000"/>
            <a:ext cx="1143000" cy="635000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Notched Right Arrow 48"/>
          <p:cNvSpPr/>
          <p:nvPr/>
        </p:nvSpPr>
        <p:spPr>
          <a:xfrm>
            <a:off x="8001000" y="3175000"/>
            <a:ext cx="1143000" cy="635000"/>
          </a:xfrm>
          <a:prstGeom prst="notch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Curved Right Arrow 49"/>
          <p:cNvSpPr/>
          <p:nvPr/>
        </p:nvSpPr>
        <p:spPr>
          <a:xfrm>
            <a:off x="0" y="3810000"/>
            <a:ext cx="1143000" cy="635000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Curved Left Arrow 50"/>
          <p:cNvSpPr/>
          <p:nvPr/>
        </p:nvSpPr>
        <p:spPr>
          <a:xfrm>
            <a:off x="1143000" y="3810000"/>
            <a:ext cx="1143000" cy="635000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Curved Up Arrow 51"/>
          <p:cNvSpPr/>
          <p:nvPr/>
        </p:nvSpPr>
        <p:spPr>
          <a:xfrm>
            <a:off x="2286000" y="3810000"/>
            <a:ext cx="1143000" cy="635000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Curved Down Arrow 52"/>
          <p:cNvSpPr/>
          <p:nvPr/>
        </p:nvSpPr>
        <p:spPr>
          <a:xfrm>
            <a:off x="3429000" y="3810000"/>
            <a:ext cx="1143000" cy="635000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U-Turn Arrow 53"/>
          <p:cNvSpPr/>
          <p:nvPr/>
        </p:nvSpPr>
        <p:spPr>
          <a:xfrm>
            <a:off x="4572000" y="3810000"/>
            <a:ext cx="1143000" cy="635000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Circular Arrow 54"/>
          <p:cNvSpPr/>
          <p:nvPr/>
        </p:nvSpPr>
        <p:spPr>
          <a:xfrm>
            <a:off x="5715000" y="3810000"/>
            <a:ext cx="1143000" cy="6350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Swoosh Arrow 55"/>
          <p:cNvSpPr/>
          <p:nvPr/>
        </p:nvSpPr>
        <p:spPr>
          <a:xfrm>
            <a:off x="6858000" y="3810000"/>
            <a:ext cx="1143000" cy="635000"/>
          </a:xfrm>
          <a:prstGeom prst="swoosh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Wave 56"/>
          <p:cNvSpPr/>
          <p:nvPr/>
        </p:nvSpPr>
        <p:spPr>
          <a:xfrm>
            <a:off x="8001000" y="3810000"/>
            <a:ext cx="1143000" cy="635000"/>
          </a:xfrm>
          <a:prstGeom prst="wav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Cloud 57"/>
          <p:cNvSpPr/>
          <p:nvPr/>
        </p:nvSpPr>
        <p:spPr>
          <a:xfrm>
            <a:off x="0" y="4445000"/>
            <a:ext cx="1143000" cy="635000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Heart 58"/>
          <p:cNvSpPr/>
          <p:nvPr/>
        </p:nvSpPr>
        <p:spPr>
          <a:xfrm>
            <a:off x="1143000" y="4445000"/>
            <a:ext cx="1143000" cy="635000"/>
          </a:xfrm>
          <a:prstGeom prst="hear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Moon 59"/>
          <p:cNvSpPr/>
          <p:nvPr/>
        </p:nvSpPr>
        <p:spPr>
          <a:xfrm>
            <a:off x="2286000" y="4445000"/>
            <a:ext cx="1143000" cy="635000"/>
          </a:xfrm>
          <a:prstGeom prst="mo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Sun 60"/>
          <p:cNvSpPr/>
          <p:nvPr/>
        </p:nvSpPr>
        <p:spPr>
          <a:xfrm>
            <a:off x="3429000" y="4445000"/>
            <a:ext cx="1143000" cy="635000"/>
          </a:xfrm>
          <a:prstGeom prst="su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Smiley Face 61"/>
          <p:cNvSpPr/>
          <p:nvPr/>
        </p:nvSpPr>
        <p:spPr>
          <a:xfrm>
            <a:off x="4572000" y="4445000"/>
            <a:ext cx="1143000" cy="635000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ardrop 62"/>
          <p:cNvSpPr/>
          <p:nvPr/>
        </p:nvSpPr>
        <p:spPr>
          <a:xfrm>
            <a:off x="5715000" y="4445000"/>
            <a:ext cx="1143000" cy="635000"/>
          </a:xfrm>
          <a:prstGeom prst="teardrop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Arc 63"/>
          <p:cNvSpPr/>
          <p:nvPr/>
        </p:nvSpPr>
        <p:spPr>
          <a:xfrm>
            <a:off x="6858000" y="4445000"/>
            <a:ext cx="1143000" cy="635000"/>
          </a:xfrm>
          <a:prstGeom prst="arc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Pie 64"/>
          <p:cNvSpPr/>
          <p:nvPr/>
        </p:nvSpPr>
        <p:spPr>
          <a:xfrm>
            <a:off x="8001000" y="4445000"/>
            <a:ext cx="1143000" cy="635000"/>
          </a:xfrm>
          <a:prstGeom prst="pi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Chord 65"/>
          <p:cNvSpPr/>
          <p:nvPr/>
        </p:nvSpPr>
        <p:spPr>
          <a:xfrm>
            <a:off x="0" y="5080000"/>
            <a:ext cx="1143000" cy="635000"/>
          </a:xfrm>
          <a:prstGeom prst="chor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Block Arc 66"/>
          <p:cNvSpPr/>
          <p:nvPr/>
        </p:nvSpPr>
        <p:spPr>
          <a:xfrm>
            <a:off x="1143000" y="5080000"/>
            <a:ext cx="1143000" cy="635000"/>
          </a:xfrm>
          <a:prstGeom prst="blockArc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8" name="Connector 67"/>
          <p:cNvCxnSpPr/>
          <p:nvPr/>
        </p:nvCxnSpPr>
        <p:spPr>
          <a:xfrm>
            <a:off x="0" y="5715000"/>
            <a:ext cx="2286000" cy="6350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286000" y="5715000"/>
            <a:ext cx="2286000" cy="635000"/>
          </a:xfrm>
          <a:prstGeom prst="curved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