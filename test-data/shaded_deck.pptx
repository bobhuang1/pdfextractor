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762000"/>
            <a:ext cx="2286000" cy="1143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10000" y="762000"/>
            <a:ext cx="1524000" cy="762000"/>
          </a:xfrm>
          <a:prstGeom prst="rect">
            <a:avLst/>
          </a:prstGeom>
          <a:solidFill>
            <a:srgbClr val="6DA33A"/>
          </a:solidFill>
          <a:ln>
            <a:noFill/>
          </a:ln>
          <a:effectLst>
            <a:outerShdw blurRad="76200" dist="63500" dir="2700000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62000" y="3048000"/>
            <a:ext cx="152400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048000" y="3048000"/>
            <a:ext cx="1524000" cy="0"/>
          </a:xfrm>
          <a:prstGeom prst="line">
            <a:avLst/>
          </a:prstGeom>
          <a:ln w="25400">
            <a:solidFill>
              <a:srgbClr val="1F4E79"/>
            </a:solidFill>
            <a:headEnd type="stealth" w="med" len="me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62000" y="4572000"/>
            <a:ext cx="3810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Gradients, shadows and arrowheads.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