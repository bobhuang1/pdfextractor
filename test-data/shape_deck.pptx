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Before the shapes.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524000" cy="762000"/>
          </a:xfrm>
          <a:prstGeom prst="roundRect">
            <a:avLst/>
          </a:prstGeom>
          <a:solidFill>
            <a:srgbClr val="156082"/>
          </a:solidFill>
          <a:ln w="25400">
            <a:solidFill>
              <a:srgbClr val="0F4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 box with words.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14400" y="2743200"/>
            <a:ext cx="914400" cy="457200"/>
            <a:chOff x="0" y="0"/>
            <a:chExt cx="914400" cy="457200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" cy="457200"/>
            </a:xfrm>
            <a:prstGeom prst="rect">
              <a:avLst/>
            </a:prstGeom>
            <a:noFill/>
            <a:ln>
              <a:solidFill>
                <a:srgbClr val="2F6D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548640" y="0"/>
              <a:ext cx="365760" cy="457200"/>
            </a:xfrm>
            <a:prstGeom prst="ellipse">
              <a:avLst/>
            </a:prstGeom>
            <a:solidFill>
              <a:srgbClr val="6DA33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" name="5-Point Star 6"/>
          <p:cNvSpPr/>
          <p:nvPr/>
        </p:nvSpPr>
        <p:spPr>
          <a:xfrm>
            <a:off x="5029200" y="1371600"/>
            <a:ext cx="1016000" cy="1016000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8" name="Connector 7"/>
          <p:cNvCxnSpPr/>
          <p:nvPr/>
        </p:nvCxnSpPr>
        <p:spPr>
          <a:xfrm>
            <a:off x="2286000" y="2011680"/>
            <a:ext cx="27432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5669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Words with no ink behind them.</a:t>
            </a:r>
          </a:p>
        </p:txBody>
      </p:sp>
      <p:pic>
        <p:nvPicPr>
          <p:cNvPr id="10" name="Picture 9" descr="invoice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200400"/>
            <a:ext cx="2743200" cy="15485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