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webp" ContentType="image/webp"/>
  <Default Extension="jp2" ContentType="image/jp2"/>
  <Default Extension="jpc" ContentType="image/jp2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webp"/><Relationship Id="rId3" Type="http://schemas.openxmlformats.org/officeDocument/2006/relationships/image" Target="../media/image2.jp2"/><Relationship Id="rId4" Type="http://schemas.openxmlformats.org/officeDocument/2006/relationships/image" Target="../media/image3.jpc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Before the pictures.</a:t>
            </a:r>
          </a:p>
        </p:txBody>
      </p:sp>
      <p:pic>
        <p:nvPicPr>
          <p:cNvPr id="3" name="Picture 2" descr=".webp-jp2-stub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914400"/>
            <a:ext cx="1371600" cy="822960"/>
          </a:xfrm>
          <a:prstGeom prst="rect">
            <a:avLst/>
          </a:prstGeom>
        </p:spPr>
      </p:pic>
      <p:pic>
        <p:nvPicPr>
          <p:cNvPr id="4" name="Picture 3" descr=".webp-jp2-stub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11680"/>
            <a:ext cx="914400" cy="548640"/>
          </a:xfrm>
          <a:prstGeom prst="rect">
            <a:avLst/>
          </a:prstGeom>
        </p:spPr>
      </p:pic>
      <p:pic>
        <p:nvPicPr>
          <p:cNvPr id="5" name="Picture 4" descr=".webp-jp2-stub-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743200"/>
            <a:ext cx="822960" cy="502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5661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the pictures.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